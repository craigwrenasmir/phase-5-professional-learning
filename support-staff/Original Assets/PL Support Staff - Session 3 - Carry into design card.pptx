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school-day map and audit across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support to keep because it helps access, connection or joy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606040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40080" y="2907792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41148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5720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5720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224528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40080" y="4526280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992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424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settings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and 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the student, the teacher or the family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757416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40080" y="7059168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1148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752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752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752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school-day map and audit across settings.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5752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612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612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support to keep because it helps access, connection or joy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6120" y="2606040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5986120" y="2907792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575752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612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1759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1759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612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86120" y="4224528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986120" y="4526280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98612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612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044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class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5596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028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settings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725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157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and play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5752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612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612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the student, the teacher or the family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86120" y="6757416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5986120" y="7059168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575752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346040" y="137160"/>
            <a:ext cx="0" cy="7285939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19192" y="1097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8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